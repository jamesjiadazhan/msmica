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666255" y="1273614"/>
              <a:ext cx="458678" cy="5480002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175898" y="804358"/>
              <a:ext cx="458678" cy="5949258"/>
            </a:xfrm>
            <a:prstGeom prst="rect">
              <a:avLst/>
            </a:prstGeom>
            <a:solidFill>
              <a:srgbClr val="DB8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24110" y="373408"/>
              <a:ext cx="458678" cy="6380207"/>
            </a:xfrm>
            <a:prstGeom prst="rect">
              <a:avLst/>
            </a:prstGeom>
            <a:solidFill>
              <a:srgbClr val="00BAD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233753" y="969132"/>
              <a:ext cx="458678" cy="5784483"/>
            </a:xfrm>
            <a:prstGeom prst="rect">
              <a:avLst/>
            </a:prstGeom>
            <a:solidFill>
              <a:srgbClr val="00A6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685540" y="1084097"/>
              <a:ext cx="458678" cy="5669519"/>
            </a:xfrm>
            <a:prstGeom prst="rect">
              <a:avLst/>
            </a:prstGeom>
            <a:solidFill>
              <a:srgbClr val="AEA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95183" y="1931456"/>
              <a:ext cx="458678" cy="4822159"/>
            </a:xfrm>
            <a:prstGeom prst="rect">
              <a:avLst/>
            </a:prstGeom>
            <a:solidFill>
              <a:srgbClr val="64B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704825" y="875589"/>
              <a:ext cx="458678" cy="5878027"/>
            </a:xfrm>
            <a:prstGeom prst="rect">
              <a:avLst/>
            </a:prstGeom>
            <a:solidFill>
              <a:srgbClr val="00BD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3214468" y="708195"/>
              <a:ext cx="458678" cy="6045420"/>
            </a:xfrm>
            <a:prstGeom prst="rect">
              <a:avLst/>
            </a:prstGeom>
            <a:solidFill>
              <a:srgbClr val="00C1A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743395" y="1749936"/>
              <a:ext cx="458678" cy="5003679"/>
            </a:xfrm>
            <a:prstGeom prst="rect">
              <a:avLst/>
            </a:prstGeom>
            <a:solidFill>
              <a:srgbClr val="B385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5253038" y="913531"/>
              <a:ext cx="458678" cy="5840084"/>
            </a:xfrm>
            <a:prstGeom prst="rect">
              <a:avLst/>
            </a:prstGeom>
            <a:solidFill>
              <a:srgbClr val="EF67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5762680" y="1068332"/>
              <a:ext cx="458678" cy="5685284"/>
            </a:xfrm>
            <a:prstGeom prst="rect">
              <a:avLst/>
            </a:prstGeom>
            <a:solidFill>
              <a:srgbClr val="FF63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tx15"/>
            <p:cNvSpPr/>
            <p:nvPr/>
          </p:nvSpPr>
          <p:spPr>
            <a:xfrm>
              <a:off x="260479" y="6395177"/>
              <a:ext cx="266700" cy="1050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0.70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260479" y="5382445"/>
              <a:ext cx="266700" cy="1050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0.75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260479" y="4369714"/>
              <a:ext cx="266700" cy="1050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0.80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260479" y="3356982"/>
              <a:ext cx="266700" cy="1050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0.85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260479" y="2344251"/>
              <a:ext cx="266700" cy="1050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0.90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260479" y="1331519"/>
              <a:ext cx="266700" cy="1050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0.95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260479" y="318788"/>
              <a:ext cx="266700" cy="1050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1.00</a:t>
              </a:r>
            </a:p>
          </p:txBody>
        </p:sp>
        <p:sp>
          <p:nvSpPr>
            <p:cNvPr id="22" name="tx22"/>
            <p:cNvSpPr/>
            <p:nvPr/>
          </p:nvSpPr>
          <p:spPr>
            <a:xfrm rot="-5400000">
              <a:off x="-440848" y="3348660"/>
              <a:ext cx="1130436" cy="1258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Fraction correct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506572" y="2081545"/>
              <a:ext cx="355699" cy="1387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Study</a:t>
              </a:r>
            </a:p>
          </p:txBody>
        </p:sp>
        <p:sp>
          <p:nvSpPr>
            <p:cNvPr id="24" name="rc24"/>
            <p:cNvSpPr/>
            <p:nvPr/>
          </p:nvSpPr>
          <p:spPr>
            <a:xfrm>
              <a:off x="6515572" y="2315287"/>
              <a:ext cx="201455" cy="20145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6515572" y="2534743"/>
              <a:ext cx="201455" cy="201456"/>
            </a:xfrm>
            <a:prstGeom prst="rect">
              <a:avLst/>
            </a:prstGeom>
            <a:solidFill>
              <a:srgbClr val="DB8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6515572" y="2754199"/>
              <a:ext cx="201455" cy="201456"/>
            </a:xfrm>
            <a:prstGeom prst="rect">
              <a:avLst/>
            </a:prstGeom>
            <a:solidFill>
              <a:srgbClr val="AEA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6515572" y="2973655"/>
              <a:ext cx="201455" cy="201456"/>
            </a:xfrm>
            <a:prstGeom prst="rect">
              <a:avLst/>
            </a:prstGeom>
            <a:solidFill>
              <a:srgbClr val="64B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6515572" y="3193111"/>
              <a:ext cx="201455" cy="201456"/>
            </a:xfrm>
            <a:prstGeom prst="rect">
              <a:avLst/>
            </a:prstGeom>
            <a:solidFill>
              <a:srgbClr val="00BD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515572" y="3412567"/>
              <a:ext cx="201455" cy="201456"/>
            </a:xfrm>
            <a:prstGeom prst="rect">
              <a:avLst/>
            </a:prstGeom>
            <a:solidFill>
              <a:srgbClr val="00C1A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6515572" y="3632023"/>
              <a:ext cx="201455" cy="201456"/>
            </a:xfrm>
            <a:prstGeom prst="rect">
              <a:avLst/>
            </a:prstGeom>
            <a:solidFill>
              <a:srgbClr val="00BAD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6515572" y="3851479"/>
              <a:ext cx="201455" cy="201456"/>
            </a:xfrm>
            <a:prstGeom prst="rect">
              <a:avLst/>
            </a:prstGeom>
            <a:solidFill>
              <a:srgbClr val="00A6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6515572" y="4070935"/>
              <a:ext cx="201455" cy="201456"/>
            </a:xfrm>
            <a:prstGeom prst="rect">
              <a:avLst/>
            </a:prstGeom>
            <a:solidFill>
              <a:srgbClr val="B385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6515572" y="4290391"/>
              <a:ext cx="201455" cy="201456"/>
            </a:xfrm>
            <a:prstGeom prst="rect">
              <a:avLst/>
            </a:prstGeom>
            <a:solidFill>
              <a:srgbClr val="EF67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515572" y="4509847"/>
              <a:ext cx="201455" cy="201456"/>
            </a:xfrm>
            <a:prstGeom prst="rect">
              <a:avLst/>
            </a:prstGeom>
            <a:solidFill>
              <a:srgbClr val="FF63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tx35"/>
            <p:cNvSpPr/>
            <p:nvPr/>
          </p:nvSpPr>
          <p:spPr>
            <a:xfrm>
              <a:off x="6795617" y="2327760"/>
              <a:ext cx="2010667" cy="1387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CHDWB obesity HILIC positive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6795617" y="2547216"/>
              <a:ext cx="1892051" cy="1387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CHDWB obesity C18 negative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795617" y="2766970"/>
              <a:ext cx="2209204" cy="138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CHDS breast cancer HILIC positive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795617" y="2986128"/>
              <a:ext cx="2090588" cy="1387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CHDS breast cancer C18 negative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795617" y="3205882"/>
              <a:ext cx="1883568" cy="138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CHDWB urine HILIC positive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795617" y="3425040"/>
              <a:ext cx="1764952" cy="1387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CHDWB urine C18 negative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795617" y="3644794"/>
              <a:ext cx="1388491" cy="138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SLAM HILIC positive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795617" y="3863952"/>
              <a:ext cx="1269875" cy="1387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SLAM C18 negative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795617" y="4083706"/>
              <a:ext cx="1270024" cy="138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RCC HILIC positive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795617" y="4302864"/>
              <a:ext cx="1151408" cy="1387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RCC C18 negative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795617" y="4524924"/>
              <a:ext cx="516135" cy="1361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Average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666255" y="3749179"/>
              <a:ext cx="458678" cy="2700617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175898" y="5156948"/>
              <a:ext cx="458678" cy="1292848"/>
            </a:xfrm>
            <a:prstGeom prst="rect">
              <a:avLst/>
            </a:prstGeom>
            <a:solidFill>
              <a:srgbClr val="DB8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24110" y="6449797"/>
              <a:ext cx="458678" cy="0"/>
            </a:xfrm>
            <a:prstGeom prst="rect">
              <a:avLst/>
            </a:prstGeom>
            <a:solidFill>
              <a:srgbClr val="00BAD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233753" y="4662623"/>
              <a:ext cx="458678" cy="1787173"/>
            </a:xfrm>
            <a:prstGeom prst="rect">
              <a:avLst/>
            </a:prstGeom>
            <a:solidFill>
              <a:srgbClr val="00A6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685540" y="4317730"/>
              <a:ext cx="458678" cy="2132066"/>
            </a:xfrm>
            <a:prstGeom prst="rect">
              <a:avLst/>
            </a:prstGeom>
            <a:solidFill>
              <a:srgbClr val="AEA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95183" y="1775651"/>
              <a:ext cx="458678" cy="4674145"/>
            </a:xfrm>
            <a:prstGeom prst="rect">
              <a:avLst/>
            </a:prstGeom>
            <a:solidFill>
              <a:srgbClr val="64B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704825" y="4943254"/>
              <a:ext cx="458678" cy="1506542"/>
            </a:xfrm>
            <a:prstGeom prst="rect">
              <a:avLst/>
            </a:prstGeom>
            <a:solidFill>
              <a:srgbClr val="00BD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3214468" y="5445435"/>
              <a:ext cx="458678" cy="1004361"/>
            </a:xfrm>
            <a:prstGeom prst="rect">
              <a:avLst/>
            </a:prstGeom>
            <a:solidFill>
              <a:srgbClr val="00C1A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743395" y="2320212"/>
              <a:ext cx="458678" cy="4129584"/>
            </a:xfrm>
            <a:prstGeom prst="rect">
              <a:avLst/>
            </a:prstGeom>
            <a:solidFill>
              <a:srgbClr val="B385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5253038" y="4829426"/>
              <a:ext cx="458678" cy="1620370"/>
            </a:xfrm>
            <a:prstGeom prst="rect">
              <a:avLst/>
            </a:prstGeom>
            <a:solidFill>
              <a:srgbClr val="EF67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5762680" y="4365026"/>
              <a:ext cx="458678" cy="2084770"/>
            </a:xfrm>
            <a:prstGeom prst="rect">
              <a:avLst/>
            </a:prstGeom>
            <a:solidFill>
              <a:srgbClr val="FF63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tx15"/>
            <p:cNvSpPr/>
            <p:nvPr/>
          </p:nvSpPr>
          <p:spPr>
            <a:xfrm>
              <a:off x="260479" y="6395177"/>
              <a:ext cx="266700" cy="1050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0.00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260479" y="5179899"/>
              <a:ext cx="266700" cy="1050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0.02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260479" y="3964621"/>
              <a:ext cx="266700" cy="1050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0.04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260479" y="2749343"/>
              <a:ext cx="266700" cy="1050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0.06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260479" y="1534066"/>
              <a:ext cx="266700" cy="1050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0.08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260479" y="318788"/>
              <a:ext cx="266700" cy="1050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0.10</a:t>
              </a:r>
            </a:p>
          </p:txBody>
        </p:sp>
        <p:sp>
          <p:nvSpPr>
            <p:cNvPr id="21" name="tx21"/>
            <p:cNvSpPr/>
            <p:nvPr/>
          </p:nvSpPr>
          <p:spPr>
            <a:xfrm rot="-5400000">
              <a:off x="-604540" y="3330689"/>
              <a:ext cx="1421879" cy="1618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False discovery rate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6506572" y="2081545"/>
              <a:ext cx="355699" cy="1387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Study</a:t>
              </a:r>
            </a:p>
          </p:txBody>
        </p:sp>
        <p:sp>
          <p:nvSpPr>
            <p:cNvPr id="23" name="rc23"/>
            <p:cNvSpPr/>
            <p:nvPr/>
          </p:nvSpPr>
          <p:spPr>
            <a:xfrm>
              <a:off x="6515572" y="2315287"/>
              <a:ext cx="201455" cy="20145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6515572" y="2534743"/>
              <a:ext cx="201455" cy="201456"/>
            </a:xfrm>
            <a:prstGeom prst="rect">
              <a:avLst/>
            </a:prstGeom>
            <a:solidFill>
              <a:srgbClr val="DB8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6515572" y="2754199"/>
              <a:ext cx="201455" cy="201456"/>
            </a:xfrm>
            <a:prstGeom prst="rect">
              <a:avLst/>
            </a:prstGeom>
            <a:solidFill>
              <a:srgbClr val="AEA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6515572" y="2973655"/>
              <a:ext cx="201455" cy="201456"/>
            </a:xfrm>
            <a:prstGeom prst="rect">
              <a:avLst/>
            </a:prstGeom>
            <a:solidFill>
              <a:srgbClr val="64B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6515572" y="3193111"/>
              <a:ext cx="201455" cy="201456"/>
            </a:xfrm>
            <a:prstGeom prst="rect">
              <a:avLst/>
            </a:prstGeom>
            <a:solidFill>
              <a:srgbClr val="00BD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6515572" y="3412567"/>
              <a:ext cx="201455" cy="201456"/>
            </a:xfrm>
            <a:prstGeom prst="rect">
              <a:avLst/>
            </a:prstGeom>
            <a:solidFill>
              <a:srgbClr val="00C1A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515572" y="3632023"/>
              <a:ext cx="201455" cy="201456"/>
            </a:xfrm>
            <a:prstGeom prst="rect">
              <a:avLst/>
            </a:prstGeom>
            <a:solidFill>
              <a:srgbClr val="00BAD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6515572" y="3851479"/>
              <a:ext cx="201455" cy="201456"/>
            </a:xfrm>
            <a:prstGeom prst="rect">
              <a:avLst/>
            </a:prstGeom>
            <a:solidFill>
              <a:srgbClr val="00A6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6515572" y="4070935"/>
              <a:ext cx="201455" cy="201456"/>
            </a:xfrm>
            <a:prstGeom prst="rect">
              <a:avLst/>
            </a:prstGeom>
            <a:solidFill>
              <a:srgbClr val="B385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6515572" y="4290391"/>
              <a:ext cx="201455" cy="201456"/>
            </a:xfrm>
            <a:prstGeom prst="rect">
              <a:avLst/>
            </a:prstGeom>
            <a:solidFill>
              <a:srgbClr val="EF67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6515572" y="4509847"/>
              <a:ext cx="201455" cy="201456"/>
            </a:xfrm>
            <a:prstGeom prst="rect">
              <a:avLst/>
            </a:prstGeom>
            <a:solidFill>
              <a:srgbClr val="FF63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6795617" y="2327760"/>
              <a:ext cx="2010667" cy="1387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CHDWB obesity HILIC positive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6795617" y="2547216"/>
              <a:ext cx="1892051" cy="1387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CHDWB obesity C18 negative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6795617" y="2766970"/>
              <a:ext cx="2209204" cy="138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CHDS breast cancer HILIC positive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795617" y="2986128"/>
              <a:ext cx="2090588" cy="1387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CHDS breast cancer C18 negative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795617" y="3205882"/>
              <a:ext cx="1883568" cy="138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CHDWB urine HILIC positive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795617" y="3425040"/>
              <a:ext cx="1764952" cy="1387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CHDWB urine C18 negative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795617" y="3644794"/>
              <a:ext cx="1388491" cy="138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SLAM HILIC positive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795617" y="3863952"/>
              <a:ext cx="1269875" cy="1387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SLAM C18 negative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795617" y="4083706"/>
              <a:ext cx="1270024" cy="138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RCC HILIC positive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795617" y="4302864"/>
              <a:ext cx="1151408" cy="1387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RCC C18 negative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795617" y="4524924"/>
              <a:ext cx="516135" cy="1361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Average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james</cp:lastModifiedBy>
  <cp:revision>3</cp:revision>
  <dcterms:created xsi:type="dcterms:W3CDTF">2017-02-13T16:18:36Z</dcterms:created>
  <dcterms:modified xsi:type="dcterms:W3CDTF">2024-06-17T10:33:41Z</dcterms:modified>
  <cp:category/>
</cp:coreProperties>
</file>